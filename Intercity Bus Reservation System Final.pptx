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7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6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7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7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1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4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6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1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74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7386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15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03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7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06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20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hhasainnikalamata/Y-26-KLH-PSPJ-PROJECT-TEAM-17-Intercity-Bus-Reservation-System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jayahaasika1/Y26_PSP_T17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16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91440" cy="685800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8142"/>
            <a:ext cx="53035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 dirty="0">
                <a:solidFill>
                  <a:srgbClr val="B7C3DA"/>
                </a:solidFill>
                <a:latin typeface="Aptos"/>
              </a:rPr>
              <a:t>  |  PROGRAM SOLVING USING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740664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3600" b="1" dirty="0">
                <a:solidFill>
                  <a:srgbClr val="F5F7FF"/>
                </a:solidFill>
                <a:latin typeface="Aptos"/>
              </a:rPr>
              <a:t>INTERCITY BUS</a:t>
            </a:r>
          </a:p>
          <a:p>
            <a:pPr>
              <a:spcAft>
                <a:spcPts val="700"/>
              </a:spcAft>
            </a:pPr>
            <a:r>
              <a:rPr sz="3600" b="1" dirty="0">
                <a:solidFill>
                  <a:srgbClr val="F5F7FF"/>
                </a:solidFill>
                <a:latin typeface="Aptos"/>
              </a:rPr>
              <a:t>RESERVATION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1860"/>
            <a:ext cx="7132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dirty="0">
                <a:solidFill>
                  <a:srgbClr val="00D7FF"/>
                </a:solidFill>
                <a:latin typeface="Aptos"/>
              </a:rPr>
              <a:t>A Java-based application for managing passenger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6309360" cy="9920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IN" sz="1600" dirty="0">
                <a:solidFill>
                  <a:srgbClr val="F5F7FF"/>
                </a:solidFill>
                <a:latin typeface="Aptos"/>
              </a:rPr>
              <a:t> Team: </a:t>
            </a:r>
          </a:p>
          <a:p>
            <a:pPr>
              <a:spcAft>
                <a:spcPts val="700"/>
              </a:spcAft>
            </a:pPr>
            <a:r>
              <a:rPr lang="en-IN" sz="1600" dirty="0">
                <a:solidFill>
                  <a:srgbClr val="F5F7FF"/>
                </a:solidFill>
                <a:latin typeface="Aptos"/>
              </a:rPr>
              <a:t>• </a:t>
            </a:r>
            <a:r>
              <a:rPr sz="1600" b="0" dirty="0">
                <a:solidFill>
                  <a:srgbClr val="F5F7FF"/>
                </a:solidFill>
                <a:latin typeface="Aptos"/>
              </a:rPr>
              <a:t>Eshha </a:t>
            </a:r>
            <a:r>
              <a:rPr lang="en-IN" sz="1600" b="0" dirty="0">
                <a:solidFill>
                  <a:srgbClr val="F5F7FF"/>
                </a:solidFill>
                <a:latin typeface="Aptos"/>
              </a:rPr>
              <a:t>Sainni Kalamata</a:t>
            </a:r>
            <a:r>
              <a:rPr sz="1600" b="0" dirty="0">
                <a:solidFill>
                  <a:srgbClr val="F5F7FF"/>
                </a:solidFill>
                <a:latin typeface="Aptos"/>
              </a:rPr>
              <a:t> |  2620030046</a:t>
            </a:r>
          </a:p>
          <a:p>
            <a:pPr>
              <a:spcAft>
                <a:spcPts val="700"/>
              </a:spcAft>
            </a:pPr>
            <a:r>
              <a:rPr lang="en-IN" sz="1600" dirty="0">
                <a:solidFill>
                  <a:srgbClr val="F5F7FF"/>
                </a:solidFill>
                <a:latin typeface="Aptos"/>
              </a:rPr>
              <a:t>• Chitta </a:t>
            </a:r>
            <a:r>
              <a:rPr sz="1600" b="0" dirty="0">
                <a:solidFill>
                  <a:srgbClr val="F5F7FF"/>
                </a:solidFill>
                <a:latin typeface="Aptos"/>
              </a:rPr>
              <a:t>Jaya Haasika  |  2620080077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874519"/>
            <a:ext cx="2418587" cy="1051560"/>
          </a:xfrm>
          <a:prstGeom prst="round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9623" y="2042769"/>
            <a:ext cx="504748" cy="336499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918496" y="2042769"/>
            <a:ext cx="504748" cy="336499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07370" y="2042769"/>
            <a:ext cx="504748" cy="336499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96243" y="2042769"/>
            <a:ext cx="210311" cy="609904"/>
          </a:xfrm>
          <a:prstGeom prst="rect">
            <a:avLst/>
          </a:prstGeom>
          <a:solidFill>
            <a:srgbClr val="0C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97872" y="2694736"/>
            <a:ext cx="336499" cy="336499"/>
          </a:xfrm>
          <a:prstGeom prst="ellipse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28198" y="2694736"/>
            <a:ext cx="336499" cy="336499"/>
          </a:xfrm>
          <a:prstGeom prst="ellipse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3429000"/>
            <a:ext cx="28803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F5F7FF"/>
                </a:solidFill>
                <a:latin typeface="Aptos"/>
              </a:rPr>
              <a:t>BOOK  •  SEARCH  •  FILTER  •  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66344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100" b="1" dirty="0">
                <a:solidFill>
                  <a:srgbClr val="FFA040"/>
                </a:solidFill>
                <a:latin typeface="Aptos"/>
              </a:rPr>
              <a:t>Simple records.</a:t>
            </a:r>
          </a:p>
          <a:p>
            <a:pPr algn="ctr">
              <a:spcAft>
                <a:spcPts val="700"/>
              </a:spcAft>
            </a:pPr>
            <a:r>
              <a:rPr sz="2100" b="1" dirty="0">
                <a:solidFill>
                  <a:srgbClr val="FFA040"/>
                </a:solidFill>
                <a:latin typeface="Aptos"/>
              </a:rPr>
              <a:t>Smarter journeys.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583680" cy="448056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48056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61996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0D7FF"/>
                </a:solidFill>
                <a:latin typeface="Aptos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6199632" cy="3767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F5F7FF"/>
                </a:solidFill>
                <a:latin typeface="Aptos"/>
              </a:rPr>
              <a:t>The Intercity Bus Reservation System is a menu-driven Java application for storing and managing passenger booking details.</a:t>
            </a:r>
          </a:p>
          <a:p>
            <a:pPr>
              <a:spcAft>
                <a:spcPts val="700"/>
              </a:spcAft>
            </a:pPr>
            <a:endParaRPr sz="1800" b="0">
              <a:solidFill>
                <a:srgbClr val="F5F7FF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F5F7FF"/>
                </a:solidFill>
                <a:latin typeface="Aptos"/>
              </a:rPr>
              <a:t>Users can add bookings, view all records, search by Booking ID, filter by destination, and save records to a file.</a:t>
            </a:r>
          </a:p>
          <a:p>
            <a:pPr>
              <a:spcAft>
                <a:spcPts val="700"/>
              </a:spcAft>
            </a:pPr>
            <a:endParaRPr sz="1800" b="0">
              <a:solidFill>
                <a:srgbClr val="F5F7FF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F5F7FF"/>
                </a:solidFill>
                <a:latin typeface="Aptos"/>
              </a:rPr>
              <a:t>The project applies Java OOP, exception handling, collections, streams, and file I/O.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2798064"/>
            <a:ext cx="3931920" cy="201168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557909" y="2858532"/>
            <a:ext cx="64008" cy="2011680"/>
          </a:xfrm>
          <a:prstGeom prst="rect">
            <a:avLst/>
          </a:prstGeom>
          <a:solidFill>
            <a:srgbClr val="FF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971996"/>
            <a:ext cx="3547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dirty="0">
                <a:solidFill>
                  <a:srgbClr val="FFA040"/>
                </a:solidFill>
                <a:latin typeface="Aptos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451614"/>
            <a:ext cx="3547872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dirty="0">
                <a:solidFill>
                  <a:srgbClr val="F5F7FF"/>
                </a:solidFill>
                <a:latin typeface="Aptos"/>
              </a:rPr>
              <a:t>Reduce manual effort and make booking records easier to find and maintain.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908792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10297160" cy="42339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000" b="1" dirty="0">
                <a:solidFill>
                  <a:srgbClr val="FF6384"/>
                </a:solidFill>
                <a:latin typeface="Aptos"/>
              </a:rPr>
              <a:t>PROBL</a:t>
            </a:r>
            <a:r>
              <a:rPr lang="en-IN" sz="2000" b="1" dirty="0">
                <a:solidFill>
                  <a:srgbClr val="FF6384"/>
                </a:solidFill>
                <a:latin typeface="Aptos"/>
              </a:rPr>
              <a:t>E</a:t>
            </a:r>
            <a:r>
              <a:rPr sz="2000" b="1" dirty="0">
                <a:solidFill>
                  <a:srgbClr val="FF6384"/>
                </a:solidFill>
                <a:latin typeface="Aptos"/>
              </a:rPr>
              <a:t>M</a:t>
            </a:r>
            <a:r>
              <a:rPr lang="en-IN" sz="2000" b="1" dirty="0">
                <a:solidFill>
                  <a:srgbClr val="FF6384"/>
                </a:solidFill>
                <a:latin typeface="Aptos"/>
              </a:rPr>
              <a:t> - </a:t>
            </a:r>
            <a:r>
              <a:rPr lang="en-IN" sz="2000" dirty="0">
                <a:solidFill>
                  <a:srgbClr val="CFD8EB"/>
                </a:solidFill>
                <a:latin typeface="Aptos"/>
              </a:rPr>
              <a:t> Manual booking records are difficult to search, validate and preserve between program runs.</a:t>
            </a:r>
          </a:p>
          <a:p>
            <a:pPr>
              <a:spcAft>
                <a:spcPts val="700"/>
              </a:spcAft>
            </a:pPr>
            <a:endParaRPr lang="en-IN" sz="2000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INPUT  →  booking ID, passenger name, destination, seats, base fare per seat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PROCESS  →  validate details • calculate fare • store booking • search/filter records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OUTPUT  →  confirmation, booking summary, search result or destination-wise list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Core requirements: reject invalid seat counts and empty destinations; save records when exiting.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sz="2000" dirty="0">
                <a:solidFill>
                  <a:srgbClr val="CFD8EB"/>
                </a:solidFill>
                <a:latin typeface="Aptos"/>
              </a:rPr>
              <a:t>User workflow: Start → Load saved bookings → Choose menu option → Process request → Save &amp; Exit</a:t>
            </a:r>
          </a:p>
          <a:p>
            <a:pPr>
              <a:spcAft>
                <a:spcPts val="700"/>
              </a:spcAft>
            </a:pPr>
            <a:endParaRPr sz="1700" b="1" dirty="0">
              <a:solidFill>
                <a:srgbClr val="FF638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CO1 — PROBLEM ANALYSIS &amp; JAVA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0016" y="1325880"/>
            <a:ext cx="10801096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IN" b="1" dirty="0">
                <a:solidFill>
                  <a:srgbClr val="FFC000"/>
                </a:solidFill>
                <a:latin typeface="Aptos"/>
              </a:rPr>
              <a:t>MODULE 1: From problem to program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IN" dirty="0">
              <a:solidFill>
                <a:srgbClr val="FFC000"/>
              </a:solidFill>
            </a:endParaRP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F5F7FF"/>
                </a:solidFill>
                <a:latin typeface="Aptos"/>
              </a:rPr>
              <a:t>Scanner reads menu choices and booking details from the console.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CFD8EB"/>
                </a:solidFill>
                <a:latin typeface="Aptos"/>
              </a:rPr>
              <a:t>String stores IDs, names and destinations; int stores seat count; double stores fare.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F5F7FF"/>
                </a:solidFill>
                <a:latin typeface="Aptos"/>
              </a:rPr>
              <a:t>Arithmetic expression: </a:t>
            </a:r>
            <a:r>
              <a:rPr lang="en-IN" dirty="0" err="1">
                <a:solidFill>
                  <a:srgbClr val="F5F7FF"/>
                </a:solidFill>
                <a:latin typeface="Aptos"/>
              </a:rPr>
              <a:t>totalFare</a:t>
            </a:r>
            <a:r>
              <a:rPr lang="en-IN" dirty="0">
                <a:solidFill>
                  <a:srgbClr val="F5F7FF"/>
                </a:solidFill>
                <a:latin typeface="Aptos"/>
              </a:rPr>
              <a:t> = seats × </a:t>
            </a:r>
            <a:r>
              <a:rPr lang="en-IN" dirty="0" err="1">
                <a:solidFill>
                  <a:srgbClr val="F5F7FF"/>
                </a:solidFill>
                <a:latin typeface="Aptos"/>
              </a:rPr>
              <a:t>baseFarePerSeat</a:t>
            </a:r>
            <a:r>
              <a:rPr lang="en-IN" dirty="0">
                <a:solidFill>
                  <a:srgbClr val="F5F7FF"/>
                </a:solidFill>
                <a:latin typeface="Aptos"/>
              </a:rPr>
              <a:t>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F5F7FF"/>
                </a:solidFill>
                <a:latin typeface="Aptos"/>
              </a:rPr>
              <a:t>Example: 3 seats × ₹650.00 = ₹1,950.00 (illustrative input).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IN" dirty="0">
                <a:solidFill>
                  <a:srgbClr val="CFD8EB"/>
                </a:solidFill>
                <a:latin typeface="Aptos"/>
              </a:rPr>
              <a:t>Program structure: </a:t>
            </a:r>
            <a:r>
              <a:rPr lang="en-IN" dirty="0" err="1">
                <a:solidFill>
                  <a:srgbClr val="CFD8EB"/>
                </a:solidFill>
                <a:latin typeface="Aptos"/>
              </a:rPr>
              <a:t>BusReservation</a:t>
            </a:r>
            <a:r>
              <a:rPr lang="en-IN" dirty="0">
                <a:solidFill>
                  <a:srgbClr val="CFD8EB"/>
                </a:solidFill>
                <a:latin typeface="Aptos"/>
              </a:rPr>
              <a:t> class, main() entry point, variables and console output.</a:t>
            </a:r>
          </a:p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805688" y="1325880"/>
            <a:ext cx="64008" cy="43891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CO2 — CONTROL FLOW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b="1" dirty="0">
                <a:solidFill>
                  <a:srgbClr val="7030A0"/>
                </a:solidFill>
                <a:latin typeface="Aptos"/>
              </a:rPr>
              <a:t>MODULE 2: Selection and iteration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>
              <a:solidFill>
                <a:srgbClr val="7030A0"/>
              </a:solidFill>
            </a:endParaRP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F5F7FF"/>
                </a:solidFill>
                <a:latin typeface="Aptos"/>
              </a:rPr>
              <a:t>do–while repeats the menu until the user selects Save and Exit (choice 5).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F5F7FF"/>
                </a:solidFill>
                <a:latin typeface="Aptos"/>
              </a:rPr>
              <a:t>switch selects Book, Display, Search, Filter or Exit operations.</a:t>
            </a:r>
            <a:endParaRPr lang="en-US" dirty="0">
              <a:solidFill>
                <a:srgbClr val="CFD8EB"/>
              </a:solidFill>
              <a:latin typeface="Aptos"/>
            </a:endParaRP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if / else checks whether the booking list is empty and whether results were found.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Control-flow path: Read choice → switch case → execute action → return to menu.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99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CO3 — METHODS &amp;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MODULE 3: Decomposition, methods and collections traversal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confirmReservation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validates a booking;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calculateFare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returns the total fare.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getBookingId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(),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getPassengerName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(),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getDestination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and other getters provide access to fields.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Design benefit: small methods separate validation, calculation, display and persistence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48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CO4 — OBJECT-ORIENTED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69848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MODULE 4: Classes, encapsulation, interfaces and exception handling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 is a class; each reservation is an object created with a parameterized constructor.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private fields + getters implement encapsulation;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toString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formats a booking summary.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confirmReservation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throws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InvalidBookingException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 for seats ≤ 0 or a blank destination.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try–catch handles validation/input errors so the application can report problems instead of stopping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>
                <a:solidFill>
                  <a:srgbClr val="F5F7FF"/>
                </a:solidFill>
                <a:latin typeface="Aptos"/>
              </a:rPr>
              <a:t>CO5 — STRINGS &amp; FILE INPUT/OUTPUT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69848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b="1" dirty="0">
                <a:solidFill>
                  <a:srgbClr val="A78BFA"/>
                </a:solidFill>
                <a:latin typeface="Aptos"/>
              </a:rPr>
              <a:t>MODULE 5: Text processing and persistent storage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toCsvString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joins booking fields into a comma-separated record; split(",") parses records.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trim() cleans entered text;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equalsIgnoreCase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compares IDs and destinations without case sensitivity.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F5F7FF"/>
                </a:solidFill>
                <a:latin typeface="Aptos"/>
              </a:rPr>
              <a:t>compareTo</a:t>
            </a:r>
            <a:r>
              <a:rPr lang="en-US" dirty="0">
                <a:solidFill>
                  <a:srgbClr val="F5F7FF"/>
                </a:solidFill>
                <a:latin typeface="Aptos"/>
              </a:rPr>
              <a:t>() defines ordering by booking ID through Comparable.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Path and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Files.write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save bookings to bus_bookings.txt; 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Files.newBufferedReader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() reloads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80008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 dirty="0">
                <a:solidFill>
                  <a:srgbClr val="F5F7FF"/>
                </a:solidFill>
                <a:latin typeface="Aptos"/>
              </a:rPr>
              <a:t>CO6 — COLLECTIONS, </a:t>
            </a:r>
            <a:r>
              <a:rPr lang="en-US" sz="2700" b="1" dirty="0">
                <a:solidFill>
                  <a:srgbClr val="F5F7FF"/>
                </a:solidFill>
                <a:latin typeface="Aptos"/>
              </a:rPr>
              <a:t>ARRAYLISTS</a:t>
            </a:r>
            <a:endParaRPr sz="2700" b="1" dirty="0">
              <a:solidFill>
                <a:srgbClr val="F5F7FF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1399032"/>
            <a:ext cx="10360152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r>
              <a:rPr lang="en-US" b="1" dirty="0">
                <a:solidFill>
                  <a:srgbClr val="F472B6"/>
                </a:solidFill>
                <a:latin typeface="Aptos"/>
              </a:rPr>
              <a:t>MODULE 6: Declarative data processing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 b="1">
                <a:solidFill>
                  <a:srgbClr val="0074A0"/>
                </a:solidFill>
                <a:latin typeface="Aptos"/>
              </a:defRPr>
            </a:pPr>
            <a:endParaRPr lang="en-US" dirty="0"/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ArrayList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&lt;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&gt; is a typed collection that stores the current booking objects.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List&lt;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BusBooking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&gt; keeps multiple booking records together and supports adding new bookings.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 err="1">
                <a:solidFill>
                  <a:srgbClr val="CFD8EB"/>
                </a:solidFill>
                <a:latin typeface="Aptos"/>
              </a:rPr>
              <a:t>forEach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(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System.out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::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println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) uses a method reference to display each booking.</a:t>
            </a:r>
          </a:p>
          <a:p>
            <a:pPr marL="228600" indent="-2286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Stream pipeline: collection → filter → terminal operation (</a:t>
            </a:r>
            <a:r>
              <a:rPr lang="en-US" dirty="0" err="1">
                <a:solidFill>
                  <a:srgbClr val="CFD8EB"/>
                </a:solidFill>
                <a:latin typeface="Aptos"/>
              </a:rPr>
              <a:t>findFirst</a:t>
            </a:r>
            <a:r>
              <a:rPr lang="en-US" dirty="0">
                <a:solidFill>
                  <a:srgbClr val="CFD8EB"/>
                </a:solidFill>
                <a:latin typeface="Aptos"/>
              </a:rPr>
              <a:t> / collect).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1136" y="1399032"/>
            <a:ext cx="64008" cy="43891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</a:pPr>
            <a:r>
              <a:rPr sz="2700" b="1" dirty="0">
                <a:solidFill>
                  <a:srgbClr val="F5F7FF"/>
                </a:solidFill>
                <a:latin typeface="Aptos"/>
              </a:rPr>
              <a:t>CONCLUSION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389120"/>
          </a:xfrm>
          <a:prstGeom prst="roundRect">
            <a:avLst/>
          </a:prstGeom>
          <a:solidFill>
            <a:srgbClr val="161F39"/>
          </a:solidFill>
          <a:ln w="12700">
            <a:solidFill>
              <a:srgbClr val="1C2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The project translates a real-world reservation workflow into a working Java console application.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Modules 1–2 provide input, calculations and menu control; Module 3 supports modular processing.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Module 4 models bookings safely; Module 5 saves and restores records; Module 6 enables search and filtering.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Current limitations: no seat map, schedule availability, user authentication, online payment or live operator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83442"/>
                </a:solidFill>
                <a:latin typeface="Aptos"/>
              </a:defRPr>
            </a:pPr>
            <a:r>
              <a:rPr lang="en-US" dirty="0">
                <a:solidFill>
                  <a:srgbClr val="CFD8EB"/>
                </a:solidFill>
                <a:latin typeface="Aptos"/>
              </a:rPr>
              <a:t>Future enhancements: unique-ID checks, stronger CSV validation, cancellation, seat availability and a database-backed interface.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38912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8AB73C-35A1-23FC-9C90-C1E08670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5" y="743564"/>
            <a:ext cx="5702710" cy="5370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1BBEEE-E0F0-43D8-5FF0-4480DCEE8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07" y="743564"/>
            <a:ext cx="5702710" cy="5370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D47371-BABA-8340-D981-3EBDAC25216D}"/>
              </a:ext>
            </a:extLst>
          </p:cNvPr>
          <p:cNvSpPr txBox="1"/>
          <p:nvPr/>
        </p:nvSpPr>
        <p:spPr>
          <a:xfrm>
            <a:off x="325120" y="116925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F5F7FF"/>
                </a:solidFill>
                <a:latin typeface="Aptos"/>
              </a:rPr>
              <a:t>SCREENSHOTS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47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BF5DD-DB7B-48D7-F17E-CB760FFEF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03" y="1425349"/>
            <a:ext cx="4378633" cy="2462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5DE65F-C4EA-ACD4-FBF3-34B21AEA0F0B}"/>
              </a:ext>
            </a:extLst>
          </p:cNvPr>
          <p:cNvSpPr txBox="1"/>
          <p:nvPr/>
        </p:nvSpPr>
        <p:spPr>
          <a:xfrm>
            <a:off x="650240" y="328238"/>
            <a:ext cx="66344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rgbClr val="F5F7FF"/>
                </a:solidFill>
                <a:latin typeface="Aptos"/>
              </a:rPr>
              <a:t>GEOTAG PHOTO AND GITHUB LINKS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CAAC8-2756-8DA1-613A-C6C1E1232E8B}"/>
              </a:ext>
            </a:extLst>
          </p:cNvPr>
          <p:cNvSpPr txBox="1"/>
          <p:nvPr/>
        </p:nvSpPr>
        <p:spPr>
          <a:xfrm>
            <a:off x="1036320" y="4832486"/>
            <a:ext cx="10119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2620030046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-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https://github.com/eshhasainnikalamata/Y-26-KLH-PSPJ-PROJECT-TEAM-17-Intercity-Bus-Reservation-System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IN" dirty="0"/>
              <a:t>2620080077 -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- jayahaasika1/Y26_PSP_T17 · GitHub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30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E3C8E-1AEC-E375-EF60-925AD22C228D}"/>
              </a:ext>
            </a:extLst>
          </p:cNvPr>
          <p:cNvSpPr txBox="1"/>
          <p:nvPr/>
        </p:nvSpPr>
        <p:spPr>
          <a:xfrm>
            <a:off x="2290916" y="2767280"/>
            <a:ext cx="76101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35570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162</TotalTime>
  <Words>785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Eshha Sainni</dc:creator>
  <cp:keywords/>
  <dc:description>generated using python-pptx</dc:description>
  <cp:lastModifiedBy>Suresh Babu</cp:lastModifiedBy>
  <cp:revision>6</cp:revision>
  <dcterms:created xsi:type="dcterms:W3CDTF">2013-01-27T09:14:16Z</dcterms:created>
  <dcterms:modified xsi:type="dcterms:W3CDTF">2026-10-16T05:55:48Z</dcterms:modified>
  <cp:category/>
</cp:coreProperties>
</file>